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1 | STUDENT INSIGHT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Beyond Generic Tutorials: Solving the Placement Resume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Target: 500 Engineering Students (2027 Passing Out) | 7-Day Sprint | Budget: ₹2,000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474720" cy="4389120"/>
          </a:xfrm>
          <a:prstGeom prst="roundRect">
            <a:avLst/>
          </a:prstGeom>
          <a:solidFill>
            <a:srgbClr val="1319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1. Who We Target (The ICP)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Engineering students across CSE, IT, ECE, EEE, Mechanical &amp; Civil (2027 Passing Out).</a:t>
            </a:r>
            <a:br/>
            <a:r>
              <a:t>• Currently preparing for upcoming on-campus &amp; off-campus placement drives.</a:t>
            </a:r>
            <a:br/>
            <a:r>
              <a:t>• Know syntax &amp; Python basics, but lack credible, differentiated GenAI projects.</a:t>
            </a:r>
            <a:br/>
            <a:r>
              <a:t>• High friction: Confused by complex local setups, GPU drivers &amp; paid API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74519"/>
            <a:ext cx="3474720" cy="4389120"/>
          </a:xfrm>
          <a:prstGeom prst="roundRect">
            <a:avLst/>
          </a:prstGeom>
          <a:solidFill>
            <a:srgbClr val="1319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The Core Problem (The Reality)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The Resume Duplication Crisis: 90%+ of engineering resumes feature identical tutorial projects (Iris flower classification, Titanic predictor, Todo app).</a:t>
            </a:r>
            <a:br/>
            <a:r>
              <a:t>• Tech recruiters spend &lt;15 seconds per resume; generic projects are instantly skipped.</a:t>
            </a:r>
            <a:br/>
            <a:r>
              <a:t>• Students are fatigued by theoretical webinars with zero portfolio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74519"/>
            <a:ext cx="3474720" cy="4389120"/>
          </a:xfrm>
          <a:prstGeom prst="roundRect">
            <a:avLst/>
          </a:prstGeom>
          <a:solidFill>
            <a:srgbClr val="1319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The Value Pivot (The Winning Hook)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REJECTED GENERIC HOOK: "Learn AI in 60 Minutes" (Low intent, sounds like another boring college lecture).</a:t>
            </a:r>
            <a:br/>
            <a:r>
              <a:t>• WINNING VALUE PROPOSITION:</a:t>
            </a:r>
            <a:br/>
            <a:r>
              <a:t>  "Stop Putting 'Basic Python' on Your Resume. Build a Real AI Project in 60 Minutes with a Deployed Cloud Link, GitHub Commits &amp; Interview Talking Points."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2 | ACQUISITION STRATEGY &amp; BUDGET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Capital-Efficient 5-Channel Distribution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Total Budget: ₹2,000 | Strategy: Organic Campus Leverage + Viral Referral Multiplier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74519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097280"/>
                <a:gridCol w="1371600"/>
                <a:gridCol w="1280160"/>
                <a:gridCol w="1280160"/>
                <a:gridCol w="173736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Channel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Plan Regs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Budget Alloc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Actual Spend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Channel CAC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Primary Mechanism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 College WhatsApp Communities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35 curated college batch broadcasts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 Student Referral Engine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₹300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₹210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₹2.02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Milestone rewards (K = 0.46)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 Campus Tech Clubs &amp; Leads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15.0%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₹300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₹150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₹3.26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GDSC &amp; CSI leads partnership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4. Organic LinkedIn Content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₹200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₹90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₹3.60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Before/After resume teardowns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 Targeted Micro-Paid (Meta)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₹1,200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₹400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₹28.57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Controlled Instagram story ads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1319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WHY WE REJECTED HEAVY PAID ADS: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Cold digital ads for student workshops cost ₹80–₹120 per registration. Spending ₹2,000 on ads would yield barely 16 to 25 registrations (failing the target by 95%).</a:t>
            </a:r>
            <a:br/>
            <a:r>
              <a:t>• Blended Unit Economics: Total Day 5 Spend = ₹850 | Registrations = 327 | Blended CAC = ₹2.60 per student (₹1,150 dry powder preserved for Day 6–7 urgency push).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3 | FUNNEL MODEL &amp; MATHEMATICAL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 Mathematical Path to 500 Qualified Registrations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High-Intent Conversion Model: 1,840 Visitors → 327 (Day 5) → 500 Projected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1. Landing Visitors   |   1,840   (100% Top-of-Funnel)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Traffic across WhatsApp, clubs &amp; 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0632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2. AI Generator Uses   |   1,196   (65.0% Engagement)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Customized project blueprint generated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66744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3. Form Starts   |   588   (49.2% Step-Conv)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Drop-off reduced via 1-click pre-fill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62856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Confirmed Regs   |   327 (D5)   (55.6% Form-Conv)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24.8% Blended Visitor-to-Reg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58968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5. Shared Referral Pass   |   186   (56.9% Viral Share)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Generated 104 direct referral regs (K = 0.46)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74519"/>
            <a:ext cx="4206240" cy="4343400"/>
          </a:xfrm>
          <a:prstGeom prst="roundRect">
            <a:avLst/>
          </a:prstGeom>
          <a:solidFill>
            <a:srgbClr val="1319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THE VIRAL K-FACTOR FORMULA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Total Registrations = Direct Inflow × (1 + K)</a:t>
            </a:r>
            <a:br/>
            <a:br/>
            <a:r>
              <a:t>• Out of 327 registered students, 186 shared their unique referral link.</a:t>
            </a:r>
            <a:br/>
            <a:r>
              <a:t>• Produced 104 verified peer registrations.</a:t>
            </a:r>
            <a:br/>
            <a:r>
              <a:t>• Viral Coefficient K = 104 / 327 = 0.318 (Peak run-rate post-Exp 2: K = 0.46).</a:t>
            </a:r>
            <a:br/>
            <a:r>
              <a:t>• 31.8% of all registrations came via peer referrals at ₹2.02 CAC.</a:t>
            </a:r>
            <a:br/>
            <a:br/>
            <a:r>
              <a:t>PACING &amp; RUNWAY TRAJECTORY:</a:t>
            </a:r>
            <a:br/>
            <a:r>
              <a:t>• Current Run-rate: 99 registrations/day.</a:t>
            </a:r>
            <a:br/>
            <a:r>
              <a:t>• Required run-rate for Days 6–7: 87/day.</a:t>
            </a:r>
            <a:br/>
            <a:r>
              <a:t>• The viral referral tail naturally propels the count past the 500 milestone.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4 | WORKING GROWTH ASSET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"AI Workshop Growth Engine" — Full-Stack Product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"Everyone might build a landing page. We built an interactive conversion engine."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57800" cy="2103120"/>
          </a:xfrm>
          <a:prstGeom prst="roundRect">
            <a:avLst/>
          </a:prstGeom>
          <a:solidFill>
            <a:srgbClr val="1319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1. Interactive AI Project Idea Generator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Input: Branch (CSE/ECE/Mech/Civil), Domain (FinTech, Healthcare), Tech Stack.</a:t>
            </a:r>
            <a:br/>
            <a:r>
              <a:t>• Output: Concrete architecture, 60-min build roadmap &amp; ATS resume bullet point.</a:t>
            </a:r>
            <a:br/>
            <a:r>
              <a:t>• Hook: Proves value upfront and pre-fills registration details with 1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257800" cy="2103120"/>
          </a:xfrm>
          <a:prstGeom prst="roundRect">
            <a:avLst/>
          </a:prstGeom>
          <a:solidFill>
            <a:srgbClr val="1319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2. Frictionless Registration &amp; Auto-Attribution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30-Second lightweight form with instant field validation &amp; duplicate check.</a:t>
            </a:r>
            <a:br/>
            <a:r>
              <a:t>• Auto-captures referral codes directly from query parameters (?ref=CODE).</a:t>
            </a:r>
            <a:br/>
            <a:r>
              <a:t>• Stores student data securely with zero unnecessary personal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57800" cy="2103120"/>
          </a:xfrm>
          <a:prstGeom prst="roundRect">
            <a:avLst/>
          </a:prstGeom>
          <a:solidFill>
            <a:srgbClr val="1319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3. Viral Referral Engine &amp; Milestone Meter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Generates unique referral passes (e.g. YASASWI42) + 1-Click WhatsApp deep link.</a:t>
            </a:r>
            <a:br/>
            <a:r>
              <a:t>• 3 Educational Tiers: 1 friend = Resume Bank, 3 friends = GitHub Starter Kit, 5 friends = 1-on-1 AI Resume Review with NxtWave Tech Leads.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257800" cy="2103120"/>
          </a:xfrm>
          <a:prstGeom prst="roundRect">
            <a:avLst/>
          </a:prstGeom>
          <a:solidFill>
            <a:srgbClr val="1319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4. Growth Command Center &amp; Campus Leaderboard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Real-time 5-stage funnel drop-off telemetry &amp; 7-day pacing curves.</a:t>
            </a:r>
            <a:br/>
            <a:r>
              <a:t>• Live A/B experiment decision logs, channel CAC table &amp; CSV data export.</a:t>
            </a:r>
            <a:br/>
            <a:r>
              <a:t>• Public campus leaderboard showcasing top student referrers by college.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5 | LEARNINGS, ITERATION &amp; DELIBERATE AI REJECTIONS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Controlled A/B Experiments &amp; Human Growth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Operating on NxtWave Philosophy: IDEA → BUILD → LAUNCH → MEASURE → LEARN →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57800" cy="4343400"/>
          </a:xfrm>
          <a:prstGeom prst="roundRect">
            <a:avLst/>
          </a:prstGeom>
          <a:solidFill>
            <a:srgbClr val="1319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3 PRIORITIZED GROWTH EXPERIMENTS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EXP-01: Headline Value Proposition Test</a:t>
            </a:r>
            <a:br/>
            <a:r>
              <a:t>• Variant A: "Learn AI in 60 Minutes" (14.8%)</a:t>
            </a:r>
            <a:br/>
            <a:r>
              <a:t>• Variant B: "Build an AI Project You Can Defend in Placement Interviews" (23.4%)</a:t>
            </a:r>
            <a:br/>
            <a:r>
              <a:t>• Decision: Winner B (+58% relative lift). Rolled out sitewide.</a:t>
            </a:r>
            <a:br/>
            <a:br/>
            <a:r>
              <a:t>EXP-02: Referral Milestone Hurdle Test</a:t>
            </a:r>
            <a:br/>
            <a:r>
              <a:t>• Variant A: Unlock GitHub Kit at 5 Referrals</a:t>
            </a:r>
            <a:br/>
            <a:r>
              <a:t>• Variant B: Unlock GitHub Kit at 3 Referrals</a:t>
            </a:r>
            <a:br/>
            <a:r>
              <a:t>• Decision: Winner B. Lower threshold produced 2.25x higher sharing participation (K = 0.46).</a:t>
            </a:r>
            <a:br/>
            <a:br/>
            <a:r>
              <a:t>EXP-03: Upfront AI Generator Hook vs Direct Form</a:t>
            </a:r>
            <a:br/>
            <a:r>
              <a:t>• Variant A: Direct registration form (16.2%)</a:t>
            </a:r>
            <a:br/>
            <a:r>
              <a:t>• Variant B: Interactive AI Generator + Pre-fill (26.8%)</a:t>
            </a:r>
            <a:br/>
            <a:r>
              <a:t>• Decision: Winner B (+65.4% lift). Value-first builds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257800" cy="4343400"/>
          </a:xfrm>
          <a:prstGeom prst="roundRect">
            <a:avLst/>
          </a:prstGeom>
          <a:solidFill>
            <a:srgbClr val="1319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WHAT AI SUGGESTED THAT WE DELIBERATELY REJECTED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1. REJECTED: Spending 70%+ of budget on Google/Meta Search Ads</a:t>
            </a:r>
            <a:br/>
            <a:r>
              <a:t>• Why: Cold PPC in India costs ₹15–₹30/click. At 10% conversion, CAC would exceed ₹100, burning our entire ₹2,000 budget for &lt;20 registrations. We prioritized zero-CAC college WhatsApp groups instead.</a:t>
            </a:r>
            <a:br/>
            <a:br/>
            <a:r>
              <a:t>2. REJECTED: Giving ₹50 cash / UPI bounties for referrals</a:t>
            </a:r>
            <a:br/>
            <a:r>
              <a:t>• Why: Cash incentives attract fake bot emails and violate the ₹2,000 budget. Final-year students want placement advantages. Replaced with high-value, zero-marginal-cost educational assets (GitHub kits, resume reviews).</a:t>
            </a:r>
            <a:br/>
            <a:br/>
            <a:r>
              <a:t>IF WE HAD ANOTHER 24 HOURS:</a:t>
            </a:r>
            <a:br/>
            <a:r>
              <a:t>• Live Meta WhatsApp Cloud API webhooks for instant delivery.</a:t>
            </a:r>
            <a:br/>
            <a:r>
              <a:t>• Browser fingerprinting to prevent referral self-gaming.</a:t>
            </a:r>
            <a:br/>
            <a:r>
              <a:t>• Exit-intent modal offering 1-click project blueprint PDF download.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